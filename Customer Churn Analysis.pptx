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10"/>
  </p:notesMasterIdLst>
  <p:sldIdLst>
    <p:sldId id="256" r:id="rId2"/>
    <p:sldId id="260" r:id="rId3"/>
    <p:sldId id="259" r:id="rId4"/>
    <p:sldId id="262" r:id="rId5"/>
    <p:sldId id="264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8570B5-A4FE-4BCB-91FD-1A6C55E8AF4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7BD4F-EBCC-4D2B-B0EE-AD47ACFC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8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7BD4F-EBCC-4D2B-B0EE-AD47ACFCB7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223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528C4-F98F-1C26-854D-20F9C7E85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74A84-BE15-2B56-B1E3-BFDC56A9F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3BDA07-A29D-4FBC-BA70-14D0091E3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3DE54-75E6-ADBB-7778-E4FB0A474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7BD4F-EBCC-4D2B-B0EE-AD47ACFCB7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03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A2D7F-68F6-632C-45B7-A9C411E5B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FD2A1-D02D-7022-108C-8CD8EFB54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3EFF6-9E0E-4303-6DF3-4AF07FFE1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31B99-4EA5-26EF-BA35-41C815CCF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7BD4F-EBCC-4D2B-B0EE-AD47ACFCB7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39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62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179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48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75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38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64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9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57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63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6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F7C084A-330C-4243-AD92-F98B226F0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1875321C-FB29-4535-A841-6DD514261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25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0" name="Right Triangle 59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963299C0-2D74-4F16-A73D-E70731449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0B2893-0074-68AB-BEF0-943FBEE34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1622205"/>
            <a:ext cx="10733204" cy="4622751"/>
          </a:xfrm>
        </p:spPr>
        <p:txBody>
          <a:bodyPr anchor="t">
            <a:normAutofit/>
          </a:bodyPr>
          <a:lstStyle/>
          <a:p>
            <a:pPr algn="l"/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Create an entire ETL process in a database and a POWER BI dashboard to utilize Customer Data and achieve below goals:</a:t>
            </a: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br>
              <a:rPr lang="en-US" sz="2000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1. Analyze Customer Data at below levels</a:t>
            </a:r>
            <a:br>
              <a:rPr lang="en-US" sz="2000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a) Demographic </a:t>
            </a: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b) Geographic </a:t>
            </a: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c) Payment &amp; Account info </a:t>
            </a: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d) Services</a:t>
            </a: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br>
              <a:rPr lang="en-US" sz="2000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2. Study Churner Profile &amp; Identify areas for implementing marketing campaigns</a:t>
            </a:r>
            <a:br>
              <a:rPr lang="en-US" sz="2000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3. Identify a Method to Predict Future Churners</a:t>
            </a:r>
            <a:br>
              <a:rPr lang="en-US" sz="2000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Metrics Required</a:t>
            </a:r>
            <a:br>
              <a:rPr lang="en-US" sz="2000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1) Total Customers</a:t>
            </a: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2) Total Churn &amp; Churn Rate</a:t>
            </a: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3) New Joiners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3072F-399C-675F-EF88-C8DBE7BA8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732350"/>
            <a:ext cx="10733204" cy="606147"/>
          </a:xfrm>
        </p:spPr>
        <p:txBody>
          <a:bodyPr anchor="b">
            <a:no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PROJECT GOALS</a:t>
            </a:r>
          </a:p>
        </p:txBody>
      </p:sp>
    </p:spTree>
    <p:extLst>
      <p:ext uri="{BB962C8B-B14F-4D97-AF65-F5344CB8AC3E}">
        <p14:creationId xmlns:p14="http://schemas.microsoft.com/office/powerpoint/2010/main" val="4098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EBE454-36A6-58B1-066B-A858E47D7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67792B05-7F80-5F75-ACCA-977E89967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47FE5E8-C56D-8C21-F93A-09870E594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A5078983-E8B5-4583-01C9-68B5A443A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25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0" name="Right Triangle 59">
            <a:extLst>
              <a:ext uri="{FF2B5EF4-FFF2-40B4-BE49-F238E27FC236}">
                <a16:creationId xmlns:a16="http://schemas.microsoft.com/office/drawing/2014/main" id="{B1CC4D0C-3A9A-63F0-7BE2-3839745B7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8B511221-5410-6A7D-944E-3D68B6D37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AA4F352-AC17-14F7-2958-8C1669916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C3A302B-DB7A-2ACE-847F-2E9DED9720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3A83588-3BDD-4721-1060-4C6AAB734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59CBE0-A05D-D326-616B-97FFF6B87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4188B95-6498-1F12-2E44-BDAFE9D3A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A5F8D74-7488-14DC-3C82-D57A9B677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3CBDC6F-1710-77EA-A7D3-A78AA1069F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736EA2F-9766-6B39-0BD1-17B8E37E3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101DF68-7A5A-5BCD-A86D-11ADCC576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54D2978-74EC-19F3-7DDB-1B3B84501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E815A16-862A-BFAF-03CE-5A585C20E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B5299CE-EAE4-C705-D537-4AE52D02CD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DF66EB0-0388-7813-815F-8383F7B68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9004B51-FD8A-E718-DBB9-E1D1C33C5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D97B87D-82F8-C6C1-3C2F-E810F809E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2C235DB-08FA-9E1C-F7A7-62D38B5FB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F0DD0DA-47BA-C4BA-B274-04E4FF6EDC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B3E575B-A322-6AE7-D716-366CCC7B8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F873D10-24F4-CD36-1AFD-96BD59374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A3A03FB-A514-39E0-0E91-52A575C826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F3D0DEB8-0B48-7B80-14ED-A24911DF0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6859595-0FE0-4231-E813-DD46C3AA7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B7C0B22-2350-B6D2-93C1-8011F9D37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D16B551-E865-8D58-05F4-C359E8E73C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4D8526A-697D-9B71-EF9A-3F2B358B3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218A8C5-D7C3-1BF7-DCEE-94DC600086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6DAFB66-5542-E560-0A99-3538F9EDE8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379986C-BA41-16E4-5764-66A26600A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3185F6-EF3E-10AE-A14A-ABE98A10B2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9C911850-84DE-9C7B-ED89-014B18C81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04D3A9AD-5194-F7BA-6E73-17EEA190B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732350"/>
            <a:ext cx="10733204" cy="606147"/>
          </a:xfrm>
        </p:spPr>
        <p:txBody>
          <a:bodyPr anchor="b">
            <a:no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ETL FRAMEWORK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6BED3B-8C98-543C-2777-1B1BE172F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228" y="1457812"/>
            <a:ext cx="6735115" cy="488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64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C7E8B-FEEF-B0F7-B67C-BBA751449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F630B377-C31F-B0BB-9BC0-3A735F25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D6642B2-B8BE-2E79-2806-6D35324C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C904B24E-C15E-534E-3448-51BE27A0A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25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0" name="Right Triangle 59">
            <a:extLst>
              <a:ext uri="{FF2B5EF4-FFF2-40B4-BE49-F238E27FC236}">
                <a16:creationId xmlns:a16="http://schemas.microsoft.com/office/drawing/2014/main" id="{59A998C4-35DF-1AEC-2F91-4CC116560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BB5975AA-179C-DFC8-B274-F195F5D34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3327434-9F2E-D011-FACA-52992BCA0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CB757B7-CB41-8952-B8F4-9B8E321DA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9BDCAE0-8743-5350-6CCE-77254E023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0791D80-06FD-92F0-C7A7-204FAFAA1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EE7884B-44D8-0BBF-4015-29013BCE1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B870A16-9FA6-7B26-DEB0-EF8F95CFA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E7B8B59-4F22-E88A-4310-EDB48952EC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F9BDA37-E951-6368-C70A-41D898470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CCAF5CD-45AD-73E2-F031-91281BEC99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B8F49E6-4D49-502C-94B6-518E0CE38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73E9D8A-22D8-E982-A27F-93976450F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53370B0-EDCE-3D17-13C9-DBA5C27511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337D5A7-A76A-9AC4-1937-BC32023F1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29578AC-CE4F-620B-0FA9-4CEC37E0F0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933C90E-3C72-3789-BC54-F3ED83977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593740D-9AD1-3F0D-9FF7-A6D0E0CF9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9738FFD-67AA-AF00-DCB0-36A739F8B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29A95B8-E06A-D7A2-9B61-2D3EDA70E5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1AF4070-257A-57DA-981F-EEEC6622C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183F622-B4B4-ABA7-0F26-D2E12FD77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CE4E5EE-02E3-F089-7823-546989070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85D4C32-9D38-DC38-C120-9D34593F0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09D8D09-78A7-B989-8643-EB71D8408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BBAD73B-DAF3-AA54-F463-0AEB4ACBC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CBE529ED-6FD1-5C0C-F435-D07ADF130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6D66D72-F436-6BA5-21EF-105FA1508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F7DC8F3-EF36-8510-A23C-C1D3E2B0BE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AF6F483-C55E-88B5-B71D-41F5D46817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C631BD8-BEE1-4190-3081-77ABB9DDC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721EFD8-92DE-36BC-EB5B-03BA0CC6D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95734E-D846-7E2F-C06D-1CD830FF8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1622206"/>
            <a:ext cx="10733204" cy="4622750"/>
          </a:xfrm>
        </p:spPr>
        <p:txBody>
          <a:bodyPr anchor="t">
            <a:normAutofit/>
          </a:bodyPr>
          <a:lstStyle/>
          <a:p>
            <a:pPr algn="l"/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Our framework uses below components:</a:t>
            </a: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CSV File – This is our source file</a:t>
            </a: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SQL Server Management Studio – We will use its inbuilt import wizard to transform &amp; load the data</a:t>
            </a: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SQL Server Database – This is where our final data will be loaded and host our data warehouse, tables &amp; views for final usage.</a:t>
            </a: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Alternative Framework:</a:t>
            </a: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CSV File – This is our source file</a:t>
            </a: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SQL Server Integration Services – We can use custom made SSIS package to transform &amp; load data. This is usually used when you have recurring data loads and you want to automate the process.</a:t>
            </a: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  <a:t>SQL Server Database – Package loads our final data into the data warehouse in SQL Server</a:t>
            </a:r>
            <a:br>
              <a:rPr lang="en-US" sz="2000" b="1" dirty="0">
                <a:solidFill>
                  <a:schemeClr val="tx2"/>
                </a:solidFill>
                <a:latin typeface="Albany AMT" panose="020B0604020202020204" pitchFamily="34" charset="0"/>
                <a:cs typeface="Albany AMT" panose="020B0604020202020204" pitchFamily="34" charset="0"/>
              </a:rPr>
            </a:br>
            <a:endParaRPr lang="en-US" sz="2000" b="1" dirty="0">
              <a:solidFill>
                <a:schemeClr val="tx2"/>
              </a:solidFill>
              <a:latin typeface="Albany AMT" panose="020B0604020202020204" pitchFamily="34" charset="0"/>
              <a:cs typeface="Albany AMT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2CE94D-BA8A-81A3-D408-C55AB4E96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732350"/>
            <a:ext cx="10733204" cy="606147"/>
          </a:xfrm>
        </p:spPr>
        <p:txBody>
          <a:bodyPr anchor="b">
            <a:no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Components</a:t>
            </a:r>
          </a:p>
        </p:txBody>
      </p:sp>
    </p:spTree>
    <p:extLst>
      <p:ext uri="{BB962C8B-B14F-4D97-AF65-F5344CB8AC3E}">
        <p14:creationId xmlns:p14="http://schemas.microsoft.com/office/powerpoint/2010/main" val="27074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F70E5-D9BB-89D8-7901-7D5A4D2DA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7E0D077E-3270-B9A2-2C33-64933FB7B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C00E127-F713-F4AE-1532-69678242A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55E4B299-3354-1CD6-D6DF-22A5E9F58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25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0" name="Right Triangle 59">
            <a:extLst>
              <a:ext uri="{FF2B5EF4-FFF2-40B4-BE49-F238E27FC236}">
                <a16:creationId xmlns:a16="http://schemas.microsoft.com/office/drawing/2014/main" id="{98A34E35-DD72-4610-A59A-F53C2687A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1F7EA345-62E2-6929-E9D4-1958E958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F3EDB8E-8CF6-D71A-7C02-54CB29D0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7AE6399-65AF-215D-7BAF-7B799CF75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991183F-67B7-2067-AC11-682270C81C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C7C4D35-450D-B75E-0E1F-0248CBB07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D688187-D712-E67F-F523-A274F3DF1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411B273-EA25-B80E-C814-BEB2026EA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C35C083-C572-0A49-6480-35F7B76719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12FE0A3-A326-5F3C-1B8D-9A83BA024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D5CDEDC-4B46-3DE1-81ED-56F9967F57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5306E11-4AA0-BC05-5CCE-E1A90BEBA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868F5A8-F11B-590B-6747-498C63FE8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C7D2D64-976B-9D2C-58D5-209473B3BB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05FEDCA-9E0F-431B-9A96-94E192C3AB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36B32E2-896A-75BF-8CAC-823B8A402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DE702C8-5042-566A-A162-890836659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AB115F0-F3B5-F8DB-FBDC-39588FC51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3479472-6BD7-8B90-4D00-15F177AEC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E421252-46BE-0670-1E47-79848522C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F9D9145-DEC5-D0D3-2D3B-785FE60F0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C332B8F-022D-2D04-9BCB-B309A3EAA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7E5024D-1129-5461-2771-EC4C0BAA2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1DAD799-BF98-994E-811B-A9E7F47FB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E5164EA-5D91-A342-1C0C-366D4A7CC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2619DE4-E2C3-DB04-45AF-BD0F095133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3E1E7A0-6E32-C577-A76A-0F5D47747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FED9082-4156-5AE9-8CEF-1880DB8E3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F0A6ADC-9D19-06EC-CB9F-7C5E82E15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3970B82-1010-6515-42D8-141771B73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F77B357-2E3E-8DA2-4A68-3D1A74F49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61E14A3-DCF5-9339-B200-F92C1B0C8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01A5CF-8090-FBEC-7291-039700FF0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1622206"/>
            <a:ext cx="10733204" cy="4622750"/>
          </a:xfrm>
        </p:spPr>
        <p:txBody>
          <a:bodyPr anchor="t">
            <a:normAutofit/>
          </a:bodyPr>
          <a:lstStyle/>
          <a:p>
            <a:pPr algn="l"/>
            <a:endParaRPr lang="en-US" sz="2000" b="1" dirty="0">
              <a:solidFill>
                <a:schemeClr val="tx2"/>
              </a:solidFill>
              <a:latin typeface="Albany AMT" panose="020B0604020202020204" pitchFamily="34" charset="0"/>
              <a:cs typeface="Albany AMT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4D75D4-54F9-EEAD-5B84-B74A9E6D2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609600"/>
            <a:ext cx="10733204" cy="624085"/>
          </a:xfrm>
        </p:spPr>
        <p:txBody>
          <a:bodyPr anchor="b">
            <a:no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Churn Analysis Dashboard - Blueprint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3ECE68-977B-8FB4-9A3F-98985C6A3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58" y="1457812"/>
            <a:ext cx="10724123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2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1B8B6-6AF9-509B-BD4D-3CFC6BC68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56E81FB5-9EAE-9F28-F2CF-9DBA71E1F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8729820-C746-8776-4FC0-0CF6535D4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5CBB390-D74B-DC4A-F09E-0F5D18CF5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25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0" name="Right Triangle 59">
            <a:extLst>
              <a:ext uri="{FF2B5EF4-FFF2-40B4-BE49-F238E27FC236}">
                <a16:creationId xmlns:a16="http://schemas.microsoft.com/office/drawing/2014/main" id="{8621BA97-BA42-CC1A-00CA-B41B2A445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131CF2B2-066B-BD75-85D7-8AF67713B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475DD9D-2CDA-999D-E747-5BFB2F493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F124DBB-CD80-140C-EF8E-5F2BBCB01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D20AABD-D45E-2EFB-3964-0E53F6FF4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5299572-A10C-1397-6FF0-527393C84D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C3FF922-7B05-EA3B-8164-E4622AD72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C3B49B1-90DF-2347-8B41-1B89B71F3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3BD9ADE-F987-649F-4A27-29895B0B1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143952B-BEB9-4AEB-0BE3-580528E77B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7FD472D-7158-943E-E772-500EE0F79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4ABD43E-DBFB-D465-60EF-61278B0E1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F14D1AB-EB4A-62A4-8F54-2E7910E26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F1A2AA3-063D-44C2-31CB-FB889F820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5C2523B-91F4-0F4A-9478-D2238AE61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CDDCE27-86DA-F76F-729A-AFBECE122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E79DD85-7FF7-8ACE-6CAC-632CB25125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2DCA3E5-1E5F-28AE-F227-1A09ECB00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A406779-5505-1F41-14D1-8A3F871326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19F957A-E4D6-46D5-0F3D-B3315C972C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9930DB4-9404-AD96-B1AB-76C5992EB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0363BDB6-17A7-B918-165C-5142F3AC0E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FE4EB6C8-8871-291D-FF0B-80FF20AB21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FF88BDF-287F-AD34-E7A2-D118A4FB4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1C458B1-F60E-3932-CF53-DD613A464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AF49D9A-0FFC-FB1B-9725-15AA40C83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CB16165-8FC2-05D0-CEC2-81186053E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83465CA-1288-A508-8FAA-A725F6AAE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B3161D6-475E-EE8A-C244-1ADF02314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5E2C571-713A-7A40-C4F7-B92FE6920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B466060D-CFE7-7C27-19B0-31BDC32F5F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621B6E8-1AD5-A785-E7E9-CD21C38EB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C6DAFB3-AF0F-7803-6D60-0FDA4BD0D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1622206"/>
            <a:ext cx="10733204" cy="4622750"/>
          </a:xfrm>
        </p:spPr>
        <p:txBody>
          <a:bodyPr anchor="t">
            <a:normAutofit/>
          </a:bodyPr>
          <a:lstStyle/>
          <a:p>
            <a:pPr algn="l"/>
            <a:endParaRPr lang="en-US" sz="2000" b="1" dirty="0">
              <a:solidFill>
                <a:schemeClr val="tx2"/>
              </a:solidFill>
              <a:latin typeface="Albany AMT" panose="020B0604020202020204" pitchFamily="34" charset="0"/>
              <a:cs typeface="Albany AMT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622EB-8350-F97C-06B1-909B61898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609600"/>
            <a:ext cx="10733204" cy="624085"/>
          </a:xfrm>
        </p:spPr>
        <p:txBody>
          <a:bodyPr anchor="b">
            <a:no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Next Steps……..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503EB-C035-FAC7-002F-FFC39BC08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27" y="2052558"/>
            <a:ext cx="9849760" cy="388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48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509C1F-2843-0C3C-C707-559775942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BFA35946-B40A-7752-59A2-799C9C598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0475D97-6003-FD35-C1E5-8418DC486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B9E0B777-BDE7-AD65-259E-7149BF10A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25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0" name="Right Triangle 59">
            <a:extLst>
              <a:ext uri="{FF2B5EF4-FFF2-40B4-BE49-F238E27FC236}">
                <a16:creationId xmlns:a16="http://schemas.microsoft.com/office/drawing/2014/main" id="{1CEC531D-CC07-D37E-7714-BC570EB9B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FB6C0320-FED8-ECDB-5C58-AF42A3FAB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E3CCDE8-B982-D114-8325-3A22BB9DD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A1A4F7B-789B-58B9-7F10-64E693E6E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68E0840-BB67-5FDC-E6E0-3B31CC3EE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D586761-3858-8C46-2C2A-33DE1B5E8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FAA35F0-B519-9804-FC2F-B125A8B6D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C7B5F1F-F115-0A8E-EDCE-1820E3070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1F8F829-D5CD-E2F0-997F-F8FF189A8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23E35BA-53F7-2D7C-83B9-93F461DEE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5FE443A-EDF4-5918-3DFE-1991920DD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3B02A93-DF49-E551-21AC-BEE799592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154AC27-B8F1-D421-F617-5744056D1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9311EAE-ECB5-7077-9687-249A10C75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392123B-FFF9-50FE-2BF6-3AA8E8671C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E660D74-E450-1CF6-50BF-45E9C4A4A8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5C7444C-B044-8D30-397E-C3CD17FFC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40898C1-7794-033D-6B5B-A5E90E4E8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54715E3-FE44-B910-A5CB-57540C8B7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849BEEB-9973-7F24-920D-FD5763C7F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AD402BB-2DC7-8000-2461-099F2F043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E3BC6B7-F9A9-9E1A-20BD-C7F1CAA45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C885402-CD42-EF92-BFB6-4248D0D8D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D3589A0-6BE8-BB57-31A5-C0521CEB9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3EAD57B-33F9-346D-348D-B7CD1469C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A9924105-3DB9-758A-F177-AEC4F59CC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C66FCA4-2E68-4634-7740-5D36A50C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81D83C7-88CF-112B-B0C6-632A77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01374F07-30A3-4E5D-6391-A16DD07DC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20E4DF9-8A4C-6A48-DE13-9030E68FD2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06BB1B0-E84E-7810-7D4F-ED7A37488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F74AE43-E9B8-2D4F-2489-F3F14DAD8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D083369-E603-EA33-B060-A2B7EE654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1622206"/>
            <a:ext cx="10733204" cy="4622750"/>
          </a:xfrm>
        </p:spPr>
        <p:txBody>
          <a:bodyPr anchor="t">
            <a:normAutofit/>
          </a:bodyPr>
          <a:lstStyle/>
          <a:p>
            <a:pPr algn="l"/>
            <a:endParaRPr lang="en-US" sz="2000" b="1" dirty="0">
              <a:solidFill>
                <a:schemeClr val="tx2"/>
              </a:solidFill>
              <a:latin typeface="Albany AMT" panose="020B0604020202020204" pitchFamily="34" charset="0"/>
              <a:cs typeface="Albany AMT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820F4-81BC-E679-1EE2-53B79940F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609600"/>
            <a:ext cx="10733204" cy="624085"/>
          </a:xfrm>
        </p:spPr>
        <p:txBody>
          <a:bodyPr anchor="b">
            <a:no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Next Steps……..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F1774-084F-BC71-E4FF-389CB7264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4" y="104311"/>
            <a:ext cx="12165143" cy="667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95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35E7D-AD40-35BD-441E-2528E92A2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A150D648-0B63-F442-F24A-75EDE8464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DA622E1-D653-11AD-B5F7-5C4D01616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1391E174-02BF-17E6-A990-609B99959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25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0" name="Right Triangle 59">
            <a:extLst>
              <a:ext uri="{FF2B5EF4-FFF2-40B4-BE49-F238E27FC236}">
                <a16:creationId xmlns:a16="http://schemas.microsoft.com/office/drawing/2014/main" id="{F4F91580-6B43-907B-F5E8-A9E08FDD8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84FAFEF-CF5E-28F3-3433-4555DEC9A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9741B08-1C5A-3A61-9B31-FA425D6F5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A341158-E5F0-EDD2-8430-38A6383E3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D4548B6-2EC1-F451-96BB-618B7A3EA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50C9ADF-FF17-ABE0-A176-31EF9F98E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5EB62CF-DA5B-405C-7881-12430FAD7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0A45946F-5FB1-00EF-CB49-75568B9E1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219B249-B7A7-5452-AFF1-B902A9693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A45CB67-73AD-3494-01A5-F83C090C4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DEC7EEE-733C-8A43-C89E-9FE482B6F3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0BBA4C3-2AB8-7492-5E88-8CC4F66E9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5C334B7-21F2-512F-181B-3FAEEF81A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F406482-551B-6352-E64A-A72D76CBD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5EC2659-2D63-99E9-3435-AFE1FB430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4F27B12-5670-955F-DC9B-3AA2148D6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4E3CBD4-FADA-C014-6AF9-4915AA098D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8F00F6A-7DCB-6A1A-9000-4BDCA56FD6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79CAB48-2A33-4C4E-F4B0-5D22011DD3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4CFAFA74-FB0D-3175-D752-531F54CBFB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951EF91-1071-ED64-7ED2-14396E755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761F93F7-1216-A482-85CD-5BB222B4D1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650B5CA-E4D0-553D-456F-9A7CCBBBE4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0969A6F-E53A-1C03-C4A1-F11E49482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B6D301D-05D5-06BF-0881-7A3FBF716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7074228F-32A9-45F3-38A0-594E6AB8C7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CD0CFD37-57A7-23E8-E567-1377E4C55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5D1C71F-986E-82F2-E868-C20448821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A4C7E14-DEF4-F97D-2AB8-7544DB580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EE30CF44-6921-2934-128D-A2E6D22E7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7B192BB-F869-1A4B-25E9-4FF0CA1772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ED4E520-ED6C-2B55-568E-7D466981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746173B-7550-397E-72B2-2301E1BEE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1622206"/>
            <a:ext cx="10733204" cy="4622750"/>
          </a:xfrm>
        </p:spPr>
        <p:txBody>
          <a:bodyPr anchor="t">
            <a:normAutofit/>
          </a:bodyPr>
          <a:lstStyle/>
          <a:p>
            <a:pPr algn="l"/>
            <a:endParaRPr lang="en-US" sz="2000" b="1" dirty="0">
              <a:solidFill>
                <a:schemeClr val="tx2"/>
              </a:solidFill>
              <a:latin typeface="Albany AMT" panose="020B0604020202020204" pitchFamily="34" charset="0"/>
              <a:cs typeface="Albany AMT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B94AA-7601-BD97-704B-3D3DD2E65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609600"/>
            <a:ext cx="10733204" cy="624085"/>
          </a:xfrm>
        </p:spPr>
        <p:txBody>
          <a:bodyPr anchor="b">
            <a:no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Machine Learning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476EBBE-3703-9B64-9288-AFB59801E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4909" y="1644671"/>
            <a:ext cx="889508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18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55E6F0-2672-143C-082E-D546F4322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0DC6FE0A-96A4-5CD3-377A-686AD1D57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76316B2-5A3F-31AA-9E36-C5EB180E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57D6E83C-C2D6-B6FC-AFB1-E38CE4DF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25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0" name="Right Triangle 59">
            <a:extLst>
              <a:ext uri="{FF2B5EF4-FFF2-40B4-BE49-F238E27FC236}">
                <a16:creationId xmlns:a16="http://schemas.microsoft.com/office/drawing/2014/main" id="{51B38668-27A4-B076-2273-DF473C256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F812B5DB-43FE-7FBB-97D2-9410139EB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C236AD9-1897-CC8E-CBC6-E0A0E7AAB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66CED28-8988-0A93-F1C2-80DC0A4F3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274408F-3DF7-D278-617C-81C9A0B3F0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B08C129-7782-67D0-D411-D76337654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7AE51A1-E284-6CAF-E48B-121E1CD22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4E59CCE-43B6-6E0A-3B1E-9A5924578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9F4A053-099B-50CD-08A2-D220FAD2E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9BB90D7-1FEC-820E-3D8E-20383F1A2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0F58755-3B10-A903-347A-C30337328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5970F72-F1D3-835E-0C08-4ECAEF2DC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A5ADA59-0F84-DD57-3887-1A8395837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546C948-89D4-4F46-C588-0C06D24CF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3484849-94E6-1AC7-FAAF-2E260C132C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705EC7B-BBED-ABBA-A83A-9ED28F367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A023494-023D-105B-998E-7B8D945F0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4227E988-7EBC-79E2-7372-A79A187D18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2CB3688-DFE0-EDDC-9287-6FCC4B8FE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C194C7C-D209-BB9C-752B-7563C0B71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80C16B6-2CAA-D490-D4E2-01A7459FA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66A32F6-DA2B-4287-B22E-369130136B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221301-BC1A-42F9-7A32-97FC38988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3FDB2B5-6511-4232-B68E-84F1E64A9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EF0A74A-5FEA-284E-89E0-E6CD864A18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1BBAA13A-6120-5F2E-5550-5C8EF67B3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C714EBA-ED30-27CA-4668-AE6EF2CFC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9637BEF-5A63-0F7F-4478-AB813EC05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055B7B6-B254-C2C0-3DB9-36946B2E7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77464109-08B5-E473-7B1E-97DA25A8C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66AEBF9-E7E1-BC1B-4BE3-D73B5FC118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5DBEEB4-4B16-5F80-DC5C-55575DC77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1B87E9F-9121-2367-305C-08D27B0BA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1622206"/>
            <a:ext cx="10733204" cy="4622750"/>
          </a:xfrm>
        </p:spPr>
        <p:txBody>
          <a:bodyPr anchor="t">
            <a:normAutofit/>
          </a:bodyPr>
          <a:lstStyle/>
          <a:p>
            <a:pPr algn="l"/>
            <a:endParaRPr lang="en-US" sz="2000" b="1" dirty="0">
              <a:solidFill>
                <a:schemeClr val="tx2"/>
              </a:solidFill>
              <a:latin typeface="Albany AMT" panose="020B0604020202020204" pitchFamily="34" charset="0"/>
              <a:cs typeface="Albany AMT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999E0-D5D8-5089-5120-A75D06D22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609600"/>
            <a:ext cx="10733204" cy="624085"/>
          </a:xfrm>
        </p:spPr>
        <p:txBody>
          <a:bodyPr anchor="b">
            <a:no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Machine Learning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AA363E-FA95-2247-2D26-CC401380F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25" y="1548854"/>
            <a:ext cx="9504751" cy="470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76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115</TotalTime>
  <Words>251</Words>
  <Application>Microsoft Office PowerPoint</Application>
  <PresentationFormat>Widescreen</PresentationFormat>
  <Paragraphs>13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Albany AMT</vt:lpstr>
      <vt:lpstr>Aptos</vt:lpstr>
      <vt:lpstr>Arial</vt:lpstr>
      <vt:lpstr>Avenir Next LT Pro</vt:lpstr>
      <vt:lpstr>Posterama</vt:lpstr>
      <vt:lpstr>SineVTI</vt:lpstr>
      <vt:lpstr>Create an entire ETL process in a database and a POWER BI dashboard to utilize Customer Data and achieve below goals:  1. Analyze Customer Data at below levels a) Demographic  b) Geographic  c) Payment &amp; Account info  d) Services  2. Study Churner Profile &amp; Identify areas for implementing marketing campaigns  3. Identify a Method to Predict Future Churners Metrics Required 1) Total Customers 2) Total Churn &amp; Churn Rate 3) New Joiners</vt:lpstr>
      <vt:lpstr>PowerPoint Presentation</vt:lpstr>
      <vt:lpstr>Our framework uses below components: CSV File – This is our source file SQL Server Management Studio – We will use its inbuilt import wizard to transform &amp; load the data SQL Server Database – This is where our final data will be loaded and host our data warehouse, tables &amp; views for final usage.  Alternative Framework: CSV File – This is our source file SQL Server Integration Services – We can use custom made SSIS package to transform &amp; load data. This is usually used when you have recurring data loads and you want to automate the process.  SQL Server Database – Package loads our final data into the data warehouse in SQL Server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Bezawada</dc:creator>
  <cp:lastModifiedBy>Arun Bezawada</cp:lastModifiedBy>
  <cp:revision>5</cp:revision>
  <dcterms:created xsi:type="dcterms:W3CDTF">2025-11-26T00:09:06Z</dcterms:created>
  <dcterms:modified xsi:type="dcterms:W3CDTF">2025-11-30T22:29:13Z</dcterms:modified>
</cp:coreProperties>
</file>